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ia4d-qa-automator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Envolviendo Playwright para que QA sea juez independiente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502920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46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Para: desarrolladores que conocen Claude Code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0" y="0"/>
            <a:ext cx="320040" cy="5143500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19872" y="0"/>
            <a:ext cx="320040" cy="5143500"/>
          </a:xfrm>
          <a:prstGeom prst="rect">
            <a:avLst/>
          </a:prstGeom>
          <a:solidFill>
            <a:srgbClr val="0369A1">
              <a:alpha val="30000"/>
            </a:srgbClr>
          </a:solidFill>
          <a:ln w="12700">
            <a:solidFill>
              <a:srgbClr val="0369A1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67344" y="0"/>
            <a:ext cx="320040" cy="5143500"/>
          </a:xfrm>
          <a:prstGeom prst="rect">
            <a:avLst/>
          </a:prstGeom>
          <a:solidFill>
            <a:srgbClr val="075985">
              <a:alpha val="30000"/>
            </a:srgbClr>
          </a:solidFill>
          <a:ln w="12700">
            <a:solidFill>
              <a:srgbClr val="075985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14816" y="0"/>
            <a:ext cx="320040" cy="5143500"/>
          </a:xfrm>
          <a:prstGeom prst="rect">
            <a:avLst/>
          </a:prstGeom>
          <a:solidFill>
            <a:srgbClr val="0C4A6E">
              <a:alpha val="30000"/>
            </a:srgbClr>
          </a:solidFill>
          <a:ln w="12700">
            <a:solidFill>
              <a:srgbClr val="0C4A6E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los agentes nativos de Playwright solos?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3657600" cy="137160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869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v1.56+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216152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playwright-test-planner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playwright-test-generator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playwright-test-healer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235915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el motor. Funcionan bien para un dev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generando tests sobre su propio código.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868680"/>
            <a:ext cx="45720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960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un QA Engineer con artefactos de proyecto: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46304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417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6733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test verifica qué requisito del FD?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4840" y="2167128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estructura POM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377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entre proyectos y clientes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2871216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825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separación juez/parte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3081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que escribe también aprueba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3575304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5295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gestión de ambigüedad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7856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FD con huecos, Gherkin sin Then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434840"/>
            <a:ext cx="85039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4348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estrategia: no reinventar el motor — envolver con lo que Microsoft no construirá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Arquitectura: Envolver, no reemplazar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3840480" cy="38404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3749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Microsoft  (no tocamos)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389888"/>
            <a:ext cx="338328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playwright-test-planner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(explora / mapea el DOM real)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322576"/>
            <a:ext cx="338328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22576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playwright-test-generator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(genera tests crudos)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255264"/>
            <a:ext cx="338328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55264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playwright-test-healer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(repara tests rotos post-deploy)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86868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868680"/>
            <a:ext cx="41148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868680"/>
            <a:ext cx="40233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ia4d  (lo que Microsoft no construirá)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1371600"/>
            <a:ext cx="3749040" cy="64008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371600"/>
            <a:ext cx="37490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mode-router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664208"/>
            <a:ext cx="3749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S1/S2/S3/S4 según el input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37760" y="2121408"/>
            <a:ext cx="3749040" cy="64008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121408"/>
            <a:ext cx="37490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discovery-analyzer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414016"/>
            <a:ext cx="3749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pantallas y flujos del DOM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2871216"/>
            <a:ext cx="3749040" cy="64008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871216"/>
            <a:ext cx="37490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pom-scaffolder  (código determinístico)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163824"/>
            <a:ext cx="3749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esqueletos POM sin LLM — velocidad y consistencia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37760" y="3621024"/>
            <a:ext cx="3749040" cy="64008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621024"/>
            <a:ext cx="37490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ia4d-writer + ia4d-reviewer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913632"/>
            <a:ext cx="3749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cita @criterion RF-NNN · Reviewer audita independientemente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0" y="2606040"/>
            <a:ext cx="64008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2532888"/>
            <a:ext cx="91440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41648" y="23957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envuelve →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Actos — ciclo de vida de una sesión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822960" cy="82296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822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1600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783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1600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input tengo?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modo S1/S2/S3/S4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74520" y="2606040"/>
            <a:ext cx="137160" cy="0"/>
          </a:xfrm>
          <a:prstGeom prst="line">
            <a:avLst/>
          </a:prstGeom>
          <a:noFill/>
          <a:ln w="12700">
            <a:solidFill>
              <a:srgbClr val="0369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822960"/>
            <a:ext cx="822960" cy="82296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822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2011680" y="1737360"/>
            <a:ext cx="1600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11680" y="1783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194560"/>
            <a:ext cx="1600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explora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web real. El DOM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verdad.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11880" y="2606040"/>
            <a:ext cx="137160" cy="0"/>
          </a:xfrm>
          <a:prstGeom prst="line">
            <a:avLst/>
          </a:prstGeom>
          <a:noFill/>
          <a:ln w="12700">
            <a:solidFill>
              <a:srgbClr val="0369A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60520" y="822960"/>
            <a:ext cx="822960" cy="82296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822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3749040" y="1737360"/>
            <a:ext cx="1600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49040" y="1783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49040" y="2194560"/>
            <a:ext cx="1600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determinístico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pom-scaffolder.ts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no LLM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49240" y="2606040"/>
            <a:ext cx="137160" cy="0"/>
          </a:xfrm>
          <a:prstGeom prst="line">
            <a:avLst/>
          </a:prstGeom>
          <a:noFill/>
          <a:ln w="12700">
            <a:solidFill>
              <a:srgbClr val="0369A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822960"/>
            <a:ext cx="822960" cy="8229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822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5486400" y="1737360"/>
            <a:ext cx="1600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0" y="1783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MATERIALIZAR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2194560"/>
            <a:ext cx="1600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genera tests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@criterion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RF-NNN trazable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086600" y="2606040"/>
            <a:ext cx="13716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35240" y="822960"/>
            <a:ext cx="822960" cy="8229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822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7223760" y="1737360"/>
            <a:ext cx="1600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23760" y="1783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JUZGAR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2194560"/>
            <a:ext cx="1600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audita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ping-pong ≤2 rondas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= juez indep.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4434840"/>
            <a:ext cx="8595360" cy="384048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4348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Actos 1–3 no escriben tests  ·  El 4 escribe  ·  El 5 verifica que merece existir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modos de entrada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7373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777240"/>
            <a:ext cx="22860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7772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DEL QA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777240"/>
            <a:ext cx="32004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7772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USARLO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777240"/>
            <a:ext cx="12801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7772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207008"/>
            <a:ext cx="1737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207008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 Autonomous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1207008"/>
            <a:ext cx="22860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1207008"/>
            <a:ext cx="2286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URL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0" y="1207008"/>
            <a:ext cx="32004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207008"/>
            <a:ext cx="3200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sin documentación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rápido, validación exploratoria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98080" y="1207008"/>
            <a:ext cx="1280160" cy="84124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1207008"/>
            <a:ext cx="1280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103120"/>
            <a:ext cx="173736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103120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 Spec-refiner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11680" y="2103120"/>
            <a:ext cx="228600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2103120"/>
            <a:ext cx="2286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en markdown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(puede ser ambiguo)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2103120"/>
            <a:ext cx="320040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2103120"/>
            <a:ext cx="3200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con diseño funcional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mal redactados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498080" y="2103120"/>
            <a:ext cx="1280160" cy="84124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2103120"/>
            <a:ext cx="1280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999232"/>
            <a:ext cx="1737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999232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 Req-driven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011680" y="2999232"/>
            <a:ext cx="22860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2999232"/>
            <a:ext cx="2286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.feature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/ Scenario Outline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297680" y="2999232"/>
            <a:ext cx="32004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2999232"/>
            <a:ext cx="3200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aceptación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formalizados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498080" y="2999232"/>
            <a:ext cx="1280160" cy="84124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2999232"/>
            <a:ext cx="1280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3895344"/>
            <a:ext cx="173736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895344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 Code-driven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11680" y="3895344"/>
            <a:ext cx="228600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11680" y="3895344"/>
            <a:ext cx="2286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frontend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Vue / HTML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297680" y="3895344"/>
            <a:ext cx="320040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0" y="3895344"/>
            <a:ext cx="3200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directo del código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del dev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498080" y="3895344"/>
            <a:ext cx="1280160" cy="841248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0" y="3895344"/>
            <a:ext cx="1280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v0.3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Énfasis en S2 y S3 — los casos del día a día del QA Engineer con artefactos del sprint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S3 — El QA tiene un Diseño Funcional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fd-transferencias.md  (markdown libre, puede estar incompleto)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286000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22860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fd-transferencias.md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1600200"/>
            <a:ext cx="41148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44368" y="1527048"/>
            <a:ext cx="73152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1188720"/>
            <a:ext cx="2286000" cy="82296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188720"/>
            <a:ext cx="22860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spec-refiner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RF-001…RF-NNN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1600200"/>
            <a:ext cx="41148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41848" y="1527048"/>
            <a:ext cx="73152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1188720"/>
            <a:ext cx="2286000" cy="82296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1188720"/>
            <a:ext cx="22860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criteria.json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given/when/then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source_ref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257800" y="1188720"/>
            <a:ext cx="2286000" cy="8229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1188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refinement-questions.md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huecos y ambigüedades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17520" y="1600200"/>
            <a:ext cx="0" cy="5029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2103120"/>
            <a:ext cx="224028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423160"/>
            <a:ext cx="2286000" cy="86868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criteria.json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06040" y="2857500"/>
            <a:ext cx="41148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44368" y="2784348"/>
            <a:ext cx="73152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7520" y="2423160"/>
            <a:ext cx="2286000" cy="86868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 brief.flows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DOM real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03520" y="2857500"/>
            <a:ext cx="41148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41848" y="2784348"/>
            <a:ext cx="73152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15000" y="2423160"/>
            <a:ext cx="2286000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drift-report.json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declara X, staging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 expone → GAP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17520" y="3291840"/>
            <a:ext cx="0" cy="50292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794760"/>
            <a:ext cx="2286000" cy="804672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794760"/>
            <a:ext cx="228600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ia4d-writer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@criterion RF-001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606040" y="4197096"/>
            <a:ext cx="41148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44368" y="4123944"/>
            <a:ext cx="73152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3794760"/>
            <a:ext cx="2286000" cy="804672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3794760"/>
            <a:ext cx="228600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ia4d-reviewer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 (≤2 rondas)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303520" y="4197096"/>
            <a:ext cx="41148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41848" y="4123944"/>
            <a:ext cx="73152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15000" y="3794760"/>
            <a:ext cx="2286000" cy="80467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15000" y="3794760"/>
            <a:ext cx="228600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tests/e2e/*.spec.ts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trazable al FD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257800" y="2423160"/>
            <a:ext cx="3566160" cy="1261872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49240" y="248716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/qa-automator:spec-refiner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49240" y="27889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--fd=fd-transferencias.md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--url=https://staging.banco.com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--flows=login,transfer,logout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Cuando el FD es ambiguo: la regla más importante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spec-refiner no adivina. Extrae lo que puede y marca lo que no.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411480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con Then ambiguo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68249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se BLOQUEA — no se genera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31136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19456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en refinement-questions.md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70662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lo escala al dev o al negocio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55264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21868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genera un test que prueba algo no especificado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188720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188720"/>
            <a:ext cx="41148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188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en FD, no en staging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719072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168249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drift-report.json documenta el gap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231136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219456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rf + flow + fd_source_ref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743200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270662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inventa un test verde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255264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321868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auditoría: 'RF-005 no tiene test porque staging no lo expone'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114800"/>
            <a:ext cx="8503920" cy="68580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11480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se puede verificar honestamente se reporta, no se fabrica — esa es la diferencia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S2 — El QA tiene Gherkin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archivo .feature con Scenarios y Scenario Outlines  (determinístico, sin LLM)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137160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88720"/>
            <a:ext cx="13716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tests-aceptacion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.feature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600200" y="1645920"/>
            <a:ext cx="201168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28216" y="1572768"/>
            <a:ext cx="73152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01368" y="1188720"/>
            <a:ext cx="1371600" cy="91440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1368" y="1188720"/>
            <a:ext cx="13716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spec-parser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determinístico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LLM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968" y="1645920"/>
            <a:ext cx="201168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00984" y="1572768"/>
            <a:ext cx="73152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74136" y="1188720"/>
            <a:ext cx="1371600" cy="9144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1188720"/>
            <a:ext cx="13716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criteria.json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contrato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45736" y="1645920"/>
            <a:ext cx="201168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73752" y="1572768"/>
            <a:ext cx="73152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46904" y="1188720"/>
            <a:ext cx="1371600" cy="91440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46904" y="1188720"/>
            <a:ext cx="13716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ia4d-writer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@criterion RF-NNN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18504" y="1645920"/>
            <a:ext cx="201168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1572768"/>
            <a:ext cx="73152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9672" y="1188720"/>
            <a:ext cx="1371600" cy="91440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1188720"/>
            <a:ext cx="13716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ia4d-reviewer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 (≤2 rondas)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891272" y="1645920"/>
            <a:ext cx="201168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19288" y="1572768"/>
            <a:ext cx="73152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92440" y="1188720"/>
            <a:ext cx="1371600" cy="9144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1188720"/>
            <a:ext cx="13716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tests/e2e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/*.spec.ts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423160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48716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Outline + Examples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277977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filas de datos  →  3 tests data-driven, cada uno citando RF-002 con su fila de datos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423160"/>
            <a:ext cx="4069080" cy="9601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48716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S2 / S3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2779776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sin Then definido  →  se enruta a S3 para refinar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fabrica el comportamiento esperado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3566160"/>
            <a:ext cx="50292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6301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/qa-automator:req-driven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390448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--feature=tests-aceptacion.feature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--url=https://staging.banco.com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40680" y="3566160"/>
            <a:ext cx="338328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0" y="36301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también aplica en S2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77840" y="390448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close-account declarado en .feature pero no expuesto en staging → drift-report, no test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S4 — Solo URL (exploración autónoma)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cuando: no hay documentación, audit rápido, validar funcionamiento antes del sprint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137160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88720"/>
            <a:ext cx="13716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staging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00200" y="1645920"/>
            <a:ext cx="201168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28216" y="1572768"/>
            <a:ext cx="73152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01368" y="1188720"/>
            <a:ext cx="1371600" cy="91440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1368" y="1188720"/>
            <a:ext cx="13716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DOM real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1645920"/>
            <a:ext cx="201168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00984" y="1572768"/>
            <a:ext cx="73152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74136" y="1188720"/>
            <a:ext cx="1371600" cy="91440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1188720"/>
            <a:ext cx="13716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discovery-analyzer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y flujos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45736" y="1645920"/>
            <a:ext cx="201168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73752" y="1572768"/>
            <a:ext cx="73152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46904" y="1188720"/>
            <a:ext cx="1371600" cy="91440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46904" y="1188720"/>
            <a:ext cx="13716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pom-scaffolder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esqueletos POM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(código, no LLM)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18504" y="1645920"/>
            <a:ext cx="201168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1572768"/>
            <a:ext cx="73152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9672" y="1188720"/>
            <a:ext cx="1371600" cy="91440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1188720"/>
            <a:ext cx="13716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ia4d-writer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 del DOM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891272" y="1645920"/>
            <a:ext cx="201168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19288" y="1572768"/>
            <a:ext cx="73152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92440" y="1188720"/>
            <a:ext cx="1371600" cy="91440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1188720"/>
            <a:ext cx="13716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ia4d-reviewer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331720"/>
            <a:ext cx="5029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23957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brief acota la exploración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27614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--flows=login,checkout   qué flujos mapear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3108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--entry=/login            dónde empezar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34564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--ignore=**/admin/**     qué no tocar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0" y="2331720"/>
            <a:ext cx="333756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24231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brief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77840" y="27432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tool-uses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5577840" y="317296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brief --flows acotado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77840" y="344728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tool-uses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315200" y="3520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(Toolshop)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3977640"/>
            <a:ext cx="85039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02336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/qa-automator:autonomous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279392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--url=https://staging.app.com  --flows=login,checkout  --entry=/login  --ignore="**/admin/**"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POM — por qué va después del DOM, no antes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Page Object contiene locators del DOM — no del FD: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getByRole('button', {name:'Transferir'})    [name='amount']    #accountId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645920"/>
            <a:ext cx="40233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45920"/>
            <a:ext cx="402336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desde el FD  (no hagas esto)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2011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08483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FD sabe 'hay un campo importe'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87752"/>
            <a:ext cx="2011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56946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 si es getByLabel('Amount') o [name='amount']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072384"/>
            <a:ext cx="2011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05409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 inventados → test verde que prueba nada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557016"/>
            <a:ext cx="2011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53872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objects fantasma para flujos que no existen en staging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1645920"/>
            <a:ext cx="40233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645920"/>
            <a:ext cx="402336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desde el DOM  (secuencia correcta)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37760" y="210312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208483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acota qué pantallas mapear (qué pages merecen objeto)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37760" y="258775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256946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mapea el DOM real → locators reales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37760" y="3072384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0368" y="305409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pom-scaffolder construye el esqueleto (código, segundos)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37760" y="355701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353872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rellena con los locators del DOM real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4251960"/>
            <a:ext cx="8503920" cy="54864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519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FD decide qué pages existen. El DOM aporta el contenido de cada una."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+ Reviewer — QA como juez independiente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dev no puede ser juez y parte. Este acto lo hace mecánico.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200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320040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.spec.ts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@criterion RF-NNN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locators del DOM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94760" y="1188720"/>
            <a:ext cx="3200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94760" y="1188720"/>
            <a:ext cx="3200400" cy="3657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Reviewer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86200" y="160020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Audita: locators semánticos, assert con valor, criterio citado, axe presente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20440" y="1892808"/>
            <a:ext cx="27432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1828800"/>
            <a:ext cx="91440" cy="1280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97180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71800"/>
            <a:ext cx="2651760" cy="3383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71800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3a. Approved ✓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1480" y="331927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must-fix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 pasa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297180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2971800"/>
            <a:ext cx="2651760" cy="3383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971800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3b. Rejected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91840" y="331927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must-fix 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corrige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(máx. 2 rondas)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80760" y="297180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2971800"/>
            <a:ext cx="2651760" cy="3383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2971800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Escala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72200" y="331927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N=2 agotado → reviewer_unresolved: true → SDET decide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686800" y="1188720"/>
            <a:ext cx="137160" cy="2834640"/>
          </a:xfrm>
          <a:prstGeom prst="rect">
            <a:avLst/>
          </a:prstGeom>
          <a:solidFill>
            <a:srgbClr val="94A3B8">
              <a:alpha val="40000"/>
            </a:srgbClr>
          </a:solidFill>
          <a:ln w="12700">
            <a:solidFill>
              <a:srgbClr val="94A3B8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12280" y="3337560"/>
            <a:ext cx="201168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3364992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(opcional)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QA_ENABLE_JUDGE=1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0-1 por test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trabajo real — QA con equipo de devs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6002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252728"/>
            <a:ext cx="1600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325880"/>
            <a:ext cx="1463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entrega fd-pago-rapido.md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nueva feature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74520" y="2029968"/>
            <a:ext cx="137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65960" y="1965960"/>
            <a:ext cx="73152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822960"/>
            <a:ext cx="16002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82296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0" y="1252728"/>
            <a:ext cx="1600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84832" y="1325880"/>
            <a:ext cx="1463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/qa-automator:spec-refiner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--fd=fd-pago-rapido.md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--url=https://staging.banco.com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--flows=login,payment,logout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11880" y="2029968"/>
            <a:ext cx="13716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03320" y="1965960"/>
            <a:ext cx="73152" cy="1280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822960"/>
            <a:ext cx="1600200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82296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1 (resultado)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1252728"/>
            <a:ext cx="1600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22192" y="1325880"/>
            <a:ext cx="1463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refinement-questions.md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escala ambigüedades al dev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0" y="2944368"/>
            <a:ext cx="1417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22192" y="2971800"/>
            <a:ext cx="1463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drift-report.json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¿qué RFs no están en staging aún?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49240" y="2029968"/>
            <a:ext cx="137160" cy="0"/>
          </a:xfrm>
          <a:prstGeom prst="line">
            <a:avLst/>
          </a:prstGeom>
          <a:noFill/>
          <a:ln w="12700">
            <a:solidFill>
              <a:srgbClr val="0369A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0680" y="1965960"/>
            <a:ext cx="73152" cy="12801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822960"/>
            <a:ext cx="16002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82296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0" y="1252728"/>
            <a:ext cx="1600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59552" y="1325880"/>
            <a:ext cx="1463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tests/e2e/*.spec.ts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@criterion RF-NNN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playwright test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86600" y="2029968"/>
            <a:ext cx="137160" cy="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78040" y="1965960"/>
            <a:ext cx="73152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822960"/>
            <a:ext cx="16002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82296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23760" y="1252728"/>
            <a:ext cx="1600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96912" y="1325880"/>
            <a:ext cx="1463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cambió?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playwright-test-healer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 locators automáticamente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818888"/>
            <a:ext cx="859536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188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QA aporta los artefactos. El agente los convierte en tests estructurados, trazables y auditables.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de comandos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13232"/>
            <a:ext cx="8503920" cy="256032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— exploración autónoma (sin documentación)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98755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/qa-automator:autonomous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--url=https://staging.app.com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--flows=login,checkout  --entry=/login  --ignore="**/admin/**"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764792"/>
            <a:ext cx="850392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764792"/>
            <a:ext cx="8503920" cy="256032"/>
          </a:xfrm>
          <a:prstGeom prst="rect">
            <a:avLst/>
          </a:prstGeom>
          <a:solidFill>
            <a:srgbClr val="059669">
              <a:alpha val="40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64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con Diseño Funcional en markdown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039112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/qa-automator:spec-refiner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--fd=fd-transferencias.md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--url=https://staging.banco.com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--flows=login,transfer,logout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816352"/>
            <a:ext cx="416052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816352"/>
            <a:ext cx="4160520" cy="256032"/>
          </a:xfrm>
          <a:prstGeom prst="rect">
            <a:avLst/>
          </a:prstGeom>
          <a:solidFill>
            <a:srgbClr val="D97706">
              <a:alpha val="40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163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— con Gherkin .feature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09067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/qa-automator:req-driven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--feature=tests-aceptacion.feature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--url=https://staging.banco.com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2816352"/>
            <a:ext cx="416052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2816352"/>
            <a:ext cx="4160520" cy="256032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8163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del agente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309067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/qa-automator:healthcheck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177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QA_ENABLE_JUDGE=1  →  score 0-1 por test          QA_STORAGE_STATE=auth/state.json  →  reutiliza sesión autenticada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ia4d-qa-automator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reemplaza a Playwright. Envuelve su motor con: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8503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0"/>
            <a:ext cx="320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280160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auditable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1280160"/>
            <a:ext cx="5669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test cita su RF del FD — rastreable a la línea del documento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84248"/>
            <a:ext cx="8503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84248"/>
            <a:ext cx="320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1984248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fabricación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1984248"/>
            <a:ext cx="5669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ambiguo se reporta en refinement-questions, lo ausente en drift-report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688336"/>
            <a:ext cx="8503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88336"/>
            <a:ext cx="320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2688336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juez / parte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2688336"/>
            <a:ext cx="5669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independiente del Writer — QA es juez, no juez y parte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392424"/>
            <a:ext cx="8503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392424"/>
            <a:ext cx="320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7240" y="3392424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del DOM real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3392424"/>
            <a:ext cx="5669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FD, locators del DOM — nunca inventados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096512"/>
            <a:ext cx="8503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96512"/>
            <a:ext cx="320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4096512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natural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4096512"/>
            <a:ext cx="5669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en markdown, Gherkin .feature o solo URL — el mismo motor para todos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ia4d-qa-automator</dc:title>
  <dc:subject>PptxGenJS Presentation</dc:subject>
  <dc:creator>Claudio Jeldes</dc:creator>
  <cp:lastModifiedBy>Claudio Jeldes</cp:lastModifiedBy>
  <cp:revision>1</cp:revision>
  <dcterms:created xsi:type="dcterms:W3CDTF">2026-06-02T22:36:50Z</dcterms:created>
  <dcterms:modified xsi:type="dcterms:W3CDTF">2026-06-02T22:36:50Z</dcterms:modified>
</cp:coreProperties>
</file>