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FLUJO DE INTERACCIÓN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74920" y="502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E1A38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74920" y="502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User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80760" y="960120"/>
            <a:ext cx="0" cy="338328"/>
          </a:xfrm>
          <a:prstGeom prst="line">
            <a:avLst/>
          </a:prstGeom>
          <a:noFill/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40680" y="960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09160" y="1298448"/>
            <a:ext cx="2743200" cy="548640"/>
          </a:xfrm>
          <a:prstGeom prst="rect">
            <a:avLst/>
          </a:prstGeom>
          <a:solidFill>
            <a:srgbClr val="12203F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298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ia4d-qa-automator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847088"/>
            <a:ext cx="0" cy="365760"/>
          </a:xfrm>
          <a:prstGeom prst="line">
            <a:avLst/>
          </a:prstGeom>
          <a:noFill/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847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analyzes &amp; delegates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 rot="2700000">
            <a:off x="5646420" y="2235708"/>
            <a:ext cx="868680" cy="868680"/>
          </a:xfrm>
          <a:prstGeom prst="rect">
            <a:avLst/>
          </a:prstGeom>
          <a:solidFill>
            <a:srgbClr val="0E1A38"/>
          </a:solidFill>
          <a:ln w="22225">
            <a:solidFill>
              <a:srgbClr val="E8920C"/>
            </a:solidFill>
            <a:prstDash val="solid"/>
          </a:ln>
          <a:effectLst>
            <a:outerShdw sx="100000" sy="100000" kx="0" ky="0" algn="bl" rotWithShape="0" blurRad="114300" dist="50800" dir="16200000">
              <a:srgbClr val="E8920C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57800" y="25054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acto?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3127248"/>
            <a:ext cx="-5112512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346704"/>
            <a:ext cx="116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" y="3584448"/>
            <a:ext cx="1168400" cy="566928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584448"/>
            <a:ext cx="11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ia4d-mode-router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68248" y="4151376"/>
            <a:ext cx="5112512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127248"/>
            <a:ext cx="-3834384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2176" y="3346704"/>
            <a:ext cx="116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62176" y="3584448"/>
            <a:ext cx="1168400" cy="566928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89608" y="3584448"/>
            <a:ext cx="11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ia4d-compliance-checker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46376" y="4151376"/>
            <a:ext cx="3834384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3127248"/>
            <a:ext cx="-2556256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0304" y="3346704"/>
            <a:ext cx="116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40304" y="3584448"/>
            <a:ext cx="1168400" cy="566928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67736" y="3584448"/>
            <a:ext cx="11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ia4d-discovery-analyzer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524504" y="4151376"/>
            <a:ext cx="2556256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3127248"/>
            <a:ext cx="-1278128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18432" y="3346704"/>
            <a:ext cx="116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18432" y="3584448"/>
            <a:ext cx="1168400" cy="566928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45864" y="3584448"/>
            <a:ext cx="11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ia4d-style-enforcer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02632" y="4151376"/>
            <a:ext cx="1278128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3127248"/>
            <a:ext cx="0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6560" y="3346704"/>
            <a:ext cx="116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96560" y="3584448"/>
            <a:ext cx="1168400" cy="566928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523992" y="3584448"/>
            <a:ext cx="11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ia4d-writer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80760" y="4151376"/>
            <a:ext cx="0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3127248"/>
            <a:ext cx="1278128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74688" y="3346704"/>
            <a:ext cx="116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74688" y="3584448"/>
            <a:ext cx="1168400" cy="566928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02120" y="3584448"/>
            <a:ext cx="11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ia4d-a11y-injector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358888" y="4151376"/>
            <a:ext cx="-1278128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3127248"/>
            <a:ext cx="2556256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52816" y="3346704"/>
            <a:ext cx="116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4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052816" y="3584448"/>
            <a:ext cx="1168400" cy="566928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080248" y="3584448"/>
            <a:ext cx="11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ia4d-pii-scanner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637016" y="4151376"/>
            <a:ext cx="-2556256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80760" y="3127248"/>
            <a:ext cx="3834384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30944" y="3346704"/>
            <a:ext cx="116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330944" y="3584448"/>
            <a:ext cx="1168400" cy="566928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358376" y="3584448"/>
            <a:ext cx="11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ia4d-reviewer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915144" y="4151376"/>
            <a:ext cx="-3834384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0760" y="3127248"/>
            <a:ext cx="5112512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609072" y="3346704"/>
            <a:ext cx="116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5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609072" y="3584448"/>
            <a:ext cx="1168400" cy="566928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0636504" y="3584448"/>
            <a:ext cx="11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ia4d-judge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1193272" y="4151376"/>
            <a:ext cx="-5112512" cy="219456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0" y="437083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0E5A63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029200" y="43708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⊞ Merge Results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80760" y="4791456"/>
            <a:ext cx="0" cy="91440"/>
          </a:xfrm>
          <a:prstGeom prst="line">
            <a:avLst/>
          </a:prstGeom>
          <a:noFill/>
          <a:ln w="1270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6320" y="4882896"/>
            <a:ext cx="2468880" cy="457200"/>
          </a:xfrm>
          <a:prstGeom prst="rect">
            <a:avLst/>
          </a:prstGeom>
          <a:solidFill>
            <a:srgbClr val="B5530E"/>
          </a:solidFill>
          <a:ln w="19050">
            <a:solidFill>
              <a:srgbClr val="E8920C"/>
            </a:solidFill>
            <a:prstDash val="solid"/>
          </a:ln>
          <a:effectLst>
            <a:outerShdw sx="100000" sy="100000" kx="0" ky="0" algn="bl" rotWithShape="0" blurRad="114300" dist="50800" dir="16200000">
              <a:srgbClr val="E8920C">
                <a:alpha val="5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846320" y="48828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Execute Commands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80760" y="5340096"/>
            <a:ext cx="-4602480" cy="192024"/>
          </a:xfrm>
          <a:prstGeom prst="line">
            <a:avLst/>
          </a:prstGeom>
          <a:noFill/>
          <a:ln w="12700">
            <a:solidFill>
              <a:srgbClr val="E8920C">
                <a:alpha val="7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0080" y="5532120"/>
            <a:ext cx="1676400" cy="457200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67512" y="5532120"/>
            <a:ext cx="1621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D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/healthcheck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478280" y="5989320"/>
            <a:ext cx="4602480" cy="246888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80760" y="5340096"/>
            <a:ext cx="-2761488" cy="192024"/>
          </a:xfrm>
          <a:prstGeom prst="line">
            <a:avLst/>
          </a:prstGeom>
          <a:noFill/>
          <a:ln w="12700">
            <a:solidFill>
              <a:srgbClr val="E8920C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481072" y="5532120"/>
            <a:ext cx="1676400" cy="457200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508504" y="5532120"/>
            <a:ext cx="1621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D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/autonomous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319272" y="5989320"/>
            <a:ext cx="2761488" cy="246888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80760" y="5340096"/>
            <a:ext cx="-920496" cy="192024"/>
          </a:xfrm>
          <a:prstGeom prst="line">
            <a:avLst/>
          </a:prstGeom>
          <a:noFill/>
          <a:ln w="12700">
            <a:solidFill>
              <a:srgbClr val="E8920C">
                <a:alpha val="7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22064" y="5532120"/>
            <a:ext cx="1676400" cy="457200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349496" y="5532120"/>
            <a:ext cx="1621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D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/code-driven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160264" y="5989320"/>
            <a:ext cx="920496" cy="246888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5340096"/>
            <a:ext cx="920496" cy="192024"/>
          </a:xfrm>
          <a:prstGeom prst="line">
            <a:avLst/>
          </a:prstGeom>
          <a:noFill/>
          <a:ln w="12700">
            <a:solidFill>
              <a:srgbClr val="E8920C">
                <a:alpha val="7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63056" y="5532120"/>
            <a:ext cx="1676400" cy="457200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190488" y="5532120"/>
            <a:ext cx="1621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D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/req-driven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001256" y="5989320"/>
            <a:ext cx="-920496" cy="246888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5340096"/>
            <a:ext cx="2761488" cy="192024"/>
          </a:xfrm>
          <a:prstGeom prst="line">
            <a:avLst/>
          </a:prstGeom>
          <a:noFill/>
          <a:ln w="12700">
            <a:solidFill>
              <a:srgbClr val="E8920C">
                <a:alpha val="7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04048" y="5532120"/>
            <a:ext cx="1676400" cy="457200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8031480" y="5532120"/>
            <a:ext cx="1621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D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/spec-refiner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842248" y="5989320"/>
            <a:ext cx="-2761488" cy="246888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080760" y="5340096"/>
            <a:ext cx="4602480" cy="192024"/>
          </a:xfrm>
          <a:prstGeom prst="line">
            <a:avLst/>
          </a:prstGeom>
          <a:noFill/>
          <a:ln w="12700">
            <a:solidFill>
              <a:srgbClr val="E8920C">
                <a:alpha val="7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845040" y="5532120"/>
            <a:ext cx="1676400" cy="457200"/>
          </a:xfrm>
          <a:prstGeom prst="rect">
            <a:avLst/>
          </a:prstGeom>
          <a:solidFill>
            <a:srgbClr val="0E1A38"/>
          </a:solidFill>
          <a:ln w="15875">
            <a:solidFill>
              <a:srgbClr val="1C7A86"/>
            </a:solidFill>
            <a:prstDash val="solid"/>
          </a:ln>
          <a:effectLst>
            <a:outerShdw sx="100000" sy="100000" kx="0" ky="0" algn="bl" rotWithShape="0" blurRad="114300" dist="50800" dir="16200000">
              <a:srgbClr val="1C7A86">
                <a:alpha val="5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9872472" y="5532120"/>
            <a:ext cx="1621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D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/report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683240" y="5989320"/>
            <a:ext cx="-4602480" cy="246888"/>
          </a:xfrm>
          <a:prstGeom prst="line">
            <a:avLst/>
          </a:prstGeom>
          <a:noFill/>
          <a:ln w="12700">
            <a:solidFill>
              <a:srgbClr val="1C7A86">
                <a:alpha val="7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434840" y="6236208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14300" dist="50800" dir="16200000">
              <a:srgbClr val="10B981">
                <a:alpha val="5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4434840" y="6236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Tests E2E · Evidencia · 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de interacción</dc:title>
  <dc:subject>PptxGenJS Presentation</dc:subject>
  <dc:creator>ia4d-qa-automator</dc:creator>
  <cp:lastModifiedBy>ia4d-qa-automator</cp:lastModifiedBy>
  <cp:revision>1</cp:revision>
  <dcterms:created xsi:type="dcterms:W3CDTF">2026-06-04T13:25:33Z</dcterms:created>
  <dcterms:modified xsi:type="dcterms:W3CDTF">2026-06-04T13:25:33Z</dcterms:modified>
</cp:coreProperties>
</file>